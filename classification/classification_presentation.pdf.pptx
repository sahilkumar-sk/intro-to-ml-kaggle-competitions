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68" r:id="rId12"/>
    <p:sldId id="267" r:id="rId13"/>
    <p:sldId id="266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1011-138E-6181-640E-494E8B543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7375B-B0C0-33CF-2F2D-B61681CA4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6CABB-3C87-CFA2-99E1-27FE62DD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FE504-B11C-FC53-0BBE-966A977A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09BD-3231-F01E-D957-C7780FDD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53A3-9731-7A89-8266-53DEF26A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BD86-6DB5-26E4-320F-A739E6B9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A158-C7F1-B289-549C-02D35403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E773-06EB-A50C-7A8F-5C30C379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11EF-06AE-1EC2-F9B9-E366B6D4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8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A1E4-AF62-1545-DD44-9D44C1A7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B42A9-B096-EA7F-017E-05D4E5C42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AE9AA-4F14-3629-BADB-1EC694C4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8DD14-0D18-3BAA-F9B8-4F383119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BF43A-E609-8896-3A10-0FE31FA5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1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F1A5-CF0B-E828-6C15-EC91BB33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E9ED5-92A4-52A3-32C6-53BD9280B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E400E-3869-E318-221C-58255D98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B9779-6BEB-8AA5-5CE7-3F30FF47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85B32-2D3A-AD92-40B9-7ACD20E0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7A65D-BEF4-91C9-ED0C-9D2C6D25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9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140B-457B-4780-6A64-992E5446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DDF96-7537-A2C8-657A-56344FE1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74A1-9E86-24C2-052B-26DA0C58E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87CC4-D961-F9DB-06FD-7B7D60FC9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3CC0C-4775-E632-6869-212C8814E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8DC064-0578-06C5-2F9D-359E55CF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A1E9A-7780-B1E2-23D5-B0833202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12D91-FFAD-D99D-31F9-227E87B2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4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8A5E-411E-8AAF-E84C-8784284D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75206-6982-6A3A-58DE-9725DD27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1A87B-8046-4F64-B06B-74EB5961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9AE62-4C4C-F50A-100C-0C3D7063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2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FB2833-A18C-CC62-39FB-7FB9A258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AC27A-1B44-B72B-F3C2-EF2733BA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2056D-61FD-83E4-46A9-6A7B7AF6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4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E2D7-C4D3-A8C6-99A4-FEFD78F6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1C58-2CF8-1281-B36D-98C6D8B81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E61B2-737A-90CD-1121-207971BA6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D90AA-B10F-1C7C-B7E0-74E856B3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57167-961C-A20D-8A5C-8DAEC230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AAEEC-9F07-CD91-AA8C-1B2BEDA7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1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864C-68CB-CD94-07A3-D192FDA9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ADDCD-7DBC-F4F2-9CD0-A5532A22E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2F8B6-DEE1-E051-ACBD-6BA6ACB97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F9271-83A7-2F0C-2B53-B37968C1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8F405-F8FE-BE55-5E7F-539A2426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50513-6143-D3D8-5E5F-EFB500AA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2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2B1B-B1D4-6884-FBFE-892C03D5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BFCE0-C7D0-24D3-4F17-B60B9BC4C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4231A-6B50-131A-1F3F-803FF1BC6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B8985-700B-4458-CAE5-99C65CA4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05DB-0271-AEF0-12A4-357E7E25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7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74B577-6769-E827-84A2-3868223FF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42CE2-116D-10DA-1404-6CB5F2EB5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A9AD6-DAC0-E04B-F790-B5E1AC3A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D51CB-E50F-9A2C-ABBC-FB8A63A3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B422-25B3-7337-4BCE-5AC1D6FA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3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DD9F4-2102-27E7-AFD0-DC2AF6D2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311E6-7D1A-1B44-42B5-F5575B85A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E9571-3FC0-13E7-B26E-719FBD170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D4599-D7D6-4247-B4BF-9B901FF53BC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F10AB-A5AE-FD86-4660-3D9924A64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9DDB6-3165-7DB4-ABB2-F372D53FA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1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21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C66813-C220-8492-9C4B-85020074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bg1"/>
                </a:solidFill>
              </a:rPr>
              <a:t>Analysis on Kaggle submissions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C5944-4981-8614-771C-9CB6B3381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Name: Sahil Kumar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ERP: 25172</a:t>
            </a:r>
          </a:p>
        </p:txBody>
      </p:sp>
    </p:spTree>
    <p:extLst>
      <p:ext uri="{BB962C8B-B14F-4D97-AF65-F5344CB8AC3E}">
        <p14:creationId xmlns:p14="http://schemas.microsoft.com/office/powerpoint/2010/main" val="133261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D2BCE-D88D-DAE3-096B-D7B8936A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78BBA3-1784-EC95-7373-00B3799BD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Decision tree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3F9D7-42D8-0958-BC7A-D794457C3082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Started with default parameters which gives me around 70% accuracy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Using grid improve accuracy especially max depth and min samples spilt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Didn’t use any feature reduction technique here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After multiple trial, brought decision accuracy to 89%</a:t>
            </a:r>
          </a:p>
        </p:txBody>
      </p:sp>
    </p:spTree>
    <p:extLst>
      <p:ext uri="{BB962C8B-B14F-4D97-AF65-F5344CB8AC3E}">
        <p14:creationId xmlns:p14="http://schemas.microsoft.com/office/powerpoint/2010/main" val="2863823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40A16-1C1F-B2F7-CCB5-3D7B9017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13B9A9-5F08-D826-6228-477F54A21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Naïve Bayes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42CA9-7079-B7B1-16AB-C25B56D4A059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It actually gave me good accuracy initially around 83%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Tried laplace smoothing to get rid of 0 but it wasn’t helpful at all, maybe there wasn’t any zero’s in data set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Tried feature reduction technique PCA, which help me improve lil accuracy but not that much.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The best possible accuracy that I got using naïve bayes was 84.4%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008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224DD-A163-D427-5423-1E63339D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0CFE7E-EFEA-3DB9-F337-094B59E92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K-nearest neighbour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4945-54AC-3415-BC38-497D8CD93AC5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Initial accuracy was 54% which is not good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Changes in k, improved accuracy by 1-2%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Used PCA and set it to 5 and simultaneously set k = 11 which improved its accuracy from 54% to 60%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But still confused in this that when I set pca to 5 then k =11 (does it make any sense here because you have 5 features then how can it be beneficial when set k = 11) but this is also true when set both to 5, it didn’t improve that much accuracy. </a:t>
            </a:r>
          </a:p>
        </p:txBody>
      </p:sp>
    </p:spTree>
    <p:extLst>
      <p:ext uri="{BB962C8B-B14F-4D97-AF65-F5344CB8AC3E}">
        <p14:creationId xmlns:p14="http://schemas.microsoft.com/office/powerpoint/2010/main" val="297080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54820-43AB-3AD6-0C9B-3102E3D3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B75953-AF69-2ABC-3B89-0EE13299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Random forest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DF09E-3746-8F9F-A7FB-B96D9FFB1846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Initial accuracy was 85%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Experiment multiple things such pca, techniques of data cleaning, no of estimators and max depth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These experiments gradually improves its accuracy.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But at the used these parameters (n_estimators=50, max_depth=5)improved its accuracy to 89%, feature reduction wasn’t used here.</a:t>
            </a:r>
          </a:p>
        </p:txBody>
      </p:sp>
    </p:spTree>
    <p:extLst>
      <p:ext uri="{BB962C8B-B14F-4D97-AF65-F5344CB8AC3E}">
        <p14:creationId xmlns:p14="http://schemas.microsoft.com/office/powerpoint/2010/main" val="3975926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DB16B-6F0F-AF94-B9EF-6315A784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3E15EB-F26F-C4AE-8A3D-612CB2E3E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Extra tree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CE91B-4519-BDD7-1C94-D00855D26AA8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Initial accuracy was 83%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Tried various estimators and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 components, which gradually help me improve accuracy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the parameters where accuracy jumped from 83% to 88% were estimators=50 and max depth=10 </a:t>
            </a:r>
          </a:p>
        </p:txBody>
      </p:sp>
    </p:spTree>
    <p:extLst>
      <p:ext uri="{BB962C8B-B14F-4D97-AF65-F5344CB8AC3E}">
        <p14:creationId xmlns:p14="http://schemas.microsoft.com/office/powerpoint/2010/main" val="3315907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EBC98-DA8B-252C-F59D-9695102A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7576C6-82E3-8FB6-923F-2B9B32E01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Bagging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886A0F-EAFC-E5A3-336E-E62A0EB50D0C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Used bagging with base estimator decision tree which gave me the accuracy of  61%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Tried bagging with various base estimators along pca components.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>
                    <a:alpha val="80000"/>
                  </a:schemeClr>
                </a:solidFill>
              </a:rPr>
              <a:t>For me, bagging worked well by these algo as base estimators: decision tree, random forest, extra tree. As it improved its accuracy to 86.9%</a:t>
            </a:r>
          </a:p>
        </p:txBody>
      </p:sp>
    </p:spTree>
    <p:extLst>
      <p:ext uri="{BB962C8B-B14F-4D97-AF65-F5344CB8AC3E}">
        <p14:creationId xmlns:p14="http://schemas.microsoft.com/office/powerpoint/2010/main" val="3980855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AF080-6645-1375-D204-AA5E924DB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515773-F5B5-C42C-A480-42B700F7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88" y="1641752"/>
            <a:ext cx="2655887" cy="32132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Adaptive boosting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CD27A-CADD-D97E-7A84-6C263C54D54F}"/>
              </a:ext>
            </a:extLst>
          </p:cNvPr>
          <p:cNvSpPr txBox="1"/>
          <p:nvPr/>
        </p:nvSpPr>
        <p:spPr>
          <a:xfrm>
            <a:off x="5232401" y="1721579"/>
            <a:ext cx="6140449" cy="3952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Initially tried adaboosting with these parameters( n_estimators=60, learning_rate=0.1) and base estimator: decision tree(max_depth=2, min_samples_split=5) and pca(42)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Experiment adaboost with various base learners but It was confirmed by the time that it was giving me good accuracy with weak learner (e.g., decision with depth 1)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For me the the best result that I got from ada boost was 94.9% accuracy by these parameters: base learner: decison tree (depth=1),  estimaters= 300, learning rate=1 and all features were used.</a:t>
            </a:r>
          </a:p>
        </p:txBody>
      </p:sp>
    </p:spTree>
    <p:extLst>
      <p:ext uri="{BB962C8B-B14F-4D97-AF65-F5344CB8AC3E}">
        <p14:creationId xmlns:p14="http://schemas.microsoft.com/office/powerpoint/2010/main" val="495876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21772-3C2E-9426-AA63-F738117A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C9384D-3F50-1F3D-0075-8984636A2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Voting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8E86B-6C51-E3BA-5063-89CEECB681D1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Initially I used voting , base learners with parameters bagging (n_estimators=30, max_samples=0.5) and extra tree(n_estimators=30, max_features='sqrt') and pca (15) from which I got 72% acuuracy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Used voting classifier with various base estimators such as diff types of boosting, diff algo of trees etc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PCA was helpful in this as I have to work on multiple base estimators which can take a lot of time.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For me, the best accuracy that I got using voting with base models xgboost, light gbm and random forest. See here I have used 3 base estimators without feature reduction, it will take a lot of time.</a:t>
            </a:r>
          </a:p>
        </p:txBody>
      </p:sp>
    </p:spTree>
    <p:extLst>
      <p:ext uri="{BB962C8B-B14F-4D97-AF65-F5344CB8AC3E}">
        <p14:creationId xmlns:p14="http://schemas.microsoft.com/office/powerpoint/2010/main" val="213859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58E8B-B9F2-C9E4-787B-8B088826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B15FF9-5DF0-75C3-3027-553CB300F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Stacking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39206-4D20-1939-68C1-6069C51C4D27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Initially I tried stacking with 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  <a:effectLst/>
              </a:rPr>
              <a:t>(naive bayes, decision tree with depth 5) as base learner and (Random forest) as meta learner which gave me 86.5% accuracy.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Improved its accuracy little by using base learner: extra tree classifier and adaboosting classifier, meta learner: gradient boosting classifier.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  <a:effectLst/>
              </a:rPr>
              <a:t> 87.1% accuracy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444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A8DAC-AF60-87FD-044B-8D4F6E88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D461BE-86FF-C72C-17C8-D655885EC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Gradient boosting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82290-CAF1-C0E7-EB05-8356D1BEAADD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Initailly tried gradient boosting using these parameters ( n_estimators=30, learning_rate=0.2,  max_depth=3), it gave 70.9% accuracy.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Used forward selection which slightly improved accuracy (74.9%) but I avoided forward/backward selection because it was taking a lot of time.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For me, the best result I got using gradient boosting with these pparameters estimaters: 100, depth=5, for data cleaning i used simple impter. (90.9% accuracy)</a:t>
            </a:r>
          </a:p>
        </p:txBody>
      </p:sp>
    </p:spTree>
    <p:extLst>
      <p:ext uri="{BB962C8B-B14F-4D97-AF65-F5344CB8AC3E}">
        <p14:creationId xmlns:p14="http://schemas.microsoft.com/office/powerpoint/2010/main" val="3047880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BEC21-EFE8-DE99-8136-871C0D85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23561BE-73B3-AA51-F210-B4DA460DA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XG boost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021AD-74C1-4D55-0BAE-B067205B6612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Started exploring xgboost with these parameters (use_label_encoder=False, eval_metric='logloss', random_state=42, n_estimators=100, learning_rate=0.1, max_depth=6) and pca(10), it gave me 83.8% accuracy.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Tried xgboost with various parameters and once thing I noticed is that increasing the number of estimators and decreasing the learning rate were actually improving my accuracy.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For me the best result that I got using XG boost was with these parameters (estimater=200, depth=5) and another good thing xgboost was that it didn’t took that much while running. From my all submissions, I got my best entry using XG boost.</a:t>
            </a:r>
          </a:p>
        </p:txBody>
      </p:sp>
    </p:spTree>
    <p:extLst>
      <p:ext uri="{BB962C8B-B14F-4D97-AF65-F5344CB8AC3E}">
        <p14:creationId xmlns:p14="http://schemas.microsoft.com/office/powerpoint/2010/main" val="1331694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F92DF-0677-4E4D-A927-137D5791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54358D-DA10-7798-F7B9-06F1C6A4A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Light Gbm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8E1FF-446D-967C-9843-D45DB5779643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The worst and the first attempt of using light gbm with these parameters used light gbm with parameters ('n_estimators': 100, 'max_depth': 5, 'learning_rate': 0.2) and pca(10), I got 71.5% accuracy.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For me, the best results that I got from light gbm was by using grid search.</a:t>
            </a:r>
          </a:p>
        </p:txBody>
      </p:sp>
    </p:spTree>
    <p:extLst>
      <p:ext uri="{BB962C8B-B14F-4D97-AF65-F5344CB8AC3E}">
        <p14:creationId xmlns:p14="http://schemas.microsoft.com/office/powerpoint/2010/main" val="2158611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DECE0-5681-3531-60BC-93862EAF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BCB383-9593-8F9B-3A5F-49B3B0747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Cat boost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658C8-6479-6176-A8F6-40D07C71611F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While installing cat boost library, error occurred tried multiple times, but the issue didn’t resolve.</a:t>
            </a:r>
          </a:p>
        </p:txBody>
      </p:sp>
    </p:spTree>
    <p:extLst>
      <p:ext uri="{BB962C8B-B14F-4D97-AF65-F5344CB8AC3E}">
        <p14:creationId xmlns:p14="http://schemas.microsoft.com/office/powerpoint/2010/main" val="3820564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D35F6-3CAF-9DEF-DC72-822BEB64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A5A4D5-E20E-90DD-2748-1CAE55D0B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reduction technique 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AE622-EC78-486C-6CB4-532259597D35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I tried forward/backward selection for once, it took a lot of time like 2 days, so I didn’t use this further. I have majorly used </a:t>
            </a:r>
            <a:r>
              <a:rPr lang="en-US" sz="2400" b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 for feature reduction which really helped a lot especially in ensemble techniques where we have used multiple machine learning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1464072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E790C-4441-5A52-AC40-18CDDEF8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FBC227-7B85-9B81-F457-8F73ADEC3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T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BFFD1-E6CB-DE7D-66EA-FA707EC4AFCF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06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1075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Analysis on Kaggle submissions</vt:lpstr>
      <vt:lpstr>Decision tree</vt:lpstr>
      <vt:lpstr>Naïve Bayes</vt:lpstr>
      <vt:lpstr>K-nearest neighbour </vt:lpstr>
      <vt:lpstr>Random forest</vt:lpstr>
      <vt:lpstr>Extra tree</vt:lpstr>
      <vt:lpstr>Bagging</vt:lpstr>
      <vt:lpstr>Adaptive boosting</vt:lpstr>
      <vt:lpstr>Voting</vt:lpstr>
      <vt:lpstr>Stacking</vt:lpstr>
      <vt:lpstr>Gradient boosting</vt:lpstr>
      <vt:lpstr>XG boost</vt:lpstr>
      <vt:lpstr>Light Gbm</vt:lpstr>
      <vt:lpstr>Cat boost</vt:lpstr>
      <vt:lpstr>Feature reduction technique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athwani</dc:creator>
  <cp:lastModifiedBy>sahil athwani</cp:lastModifiedBy>
  <cp:revision>3</cp:revision>
  <dcterms:created xsi:type="dcterms:W3CDTF">2024-11-10T14:21:43Z</dcterms:created>
  <dcterms:modified xsi:type="dcterms:W3CDTF">2024-11-10T18:15:56Z</dcterms:modified>
</cp:coreProperties>
</file>