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68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4" d="100"/>
          <a:sy n="44" d="100"/>
        </p:scale>
        <p:origin x="15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1011-138E-6181-640E-494E8B543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7375B-B0C0-33CF-2F2D-B61681CA4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6CABB-3C87-CFA2-99E1-27FE62DD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E504-B11C-FC53-0BBE-966A977A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09BD-3231-F01E-D957-C7780FDD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53A3-9731-7A89-8266-53DEF26A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BD86-6DB5-26E4-320F-A739E6B9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A158-C7F1-B289-549C-02D35403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E773-06EB-A50C-7A8F-5C30C379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11EF-06AE-1EC2-F9B9-E366B6D4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8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A1E4-AF62-1545-DD44-9D44C1A7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B42A9-B096-EA7F-017E-05D4E5C42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AE9AA-4F14-3629-BADB-1EC694C4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8DD14-0D18-3BAA-F9B8-4F383119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BF43A-E609-8896-3A10-0FE31FA5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1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F1A5-CF0B-E828-6C15-EC91BB33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E9ED5-92A4-52A3-32C6-53BD9280B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E400E-3869-E318-221C-58255D98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B9779-6BEB-8AA5-5CE7-3F30FF47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85B32-2D3A-AD92-40B9-7ACD20E0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7A65D-BEF4-91C9-ED0C-9D2C6D25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9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140B-457B-4780-6A64-992E5446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DDF96-7537-A2C8-657A-56344FE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74A1-9E86-24C2-052B-26DA0C58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87CC4-D961-F9DB-06FD-7B7D60FC9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3CC0C-4775-E632-6869-212C8814E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8DC064-0578-06C5-2F9D-359E55CF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A1E9A-7780-B1E2-23D5-B0833202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12D91-FFAD-D99D-31F9-227E87B2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4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8A5E-411E-8AAF-E84C-8784284D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75206-6982-6A3A-58DE-9725DD27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1A87B-8046-4F64-B06B-74EB5961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9AE62-4C4C-F50A-100C-0C3D7063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2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B2833-A18C-CC62-39FB-7FB9A258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AC27A-1B44-B72B-F3C2-EF2733BA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2056D-61FD-83E4-46A9-6A7B7AF6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4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E2D7-C4D3-A8C6-99A4-FEFD78F6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1C58-2CF8-1281-B36D-98C6D8B81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E61B2-737A-90CD-1121-207971BA6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D90AA-B10F-1C7C-B7E0-74E856B3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57167-961C-A20D-8A5C-8DAEC230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AAEEC-9F07-CD91-AA8C-1B2BEDA7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1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864C-68CB-CD94-07A3-D192FDA9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ADDCD-7DBC-F4F2-9CD0-A5532A22E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2F8B6-DEE1-E051-ACBD-6BA6ACB9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9271-83A7-2F0C-2B53-B37968C1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8F405-F8FE-BE55-5E7F-539A2426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50513-6143-D3D8-5E5F-EFB500AA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2B1B-B1D4-6884-FBFE-892C03D5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BFCE0-C7D0-24D3-4F17-B60B9BC4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231A-6B50-131A-1F3F-803FF1BC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8985-700B-4458-CAE5-99C65CA4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05DB-0271-AEF0-12A4-357E7E25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7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4B577-6769-E827-84A2-3868223FF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42CE2-116D-10DA-1404-6CB5F2EB5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A9AD6-DAC0-E04B-F790-B5E1AC3A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51CB-E50F-9A2C-ABBC-FB8A63A3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B422-25B3-7337-4BCE-5AC1D6FA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3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DD9F4-2102-27E7-AFD0-DC2AF6D2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311E6-7D1A-1B44-42B5-F5575B85A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E9571-3FC0-13E7-B26E-719FBD170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D4599-D7D6-4247-B4BF-9B901FF53BC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10AB-A5AE-FD86-4660-3D9924A64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DDB6-3165-7DB4-ABB2-F372D53FA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08A4D-3826-40A9-9D38-565AE5439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1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21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C66813-C220-8492-9C4B-85020074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bg1"/>
                </a:solidFill>
              </a:rPr>
              <a:t>Analysis on Kaggle submissions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C5944-4981-8614-771C-9CB6B3381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Name: Sahil Kumar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ERP: 25172</a:t>
            </a:r>
          </a:p>
        </p:txBody>
      </p:sp>
    </p:spTree>
    <p:extLst>
      <p:ext uri="{BB962C8B-B14F-4D97-AF65-F5344CB8AC3E}">
        <p14:creationId xmlns:p14="http://schemas.microsoft.com/office/powerpoint/2010/main" val="133261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D2BCE-D88D-DAE3-096B-D7B8936A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78BBA3-1784-EC95-7373-00B3799BD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Regression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3F9D7-42D8-0958-BC7A-D794457C3082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Initially used this model with default parameters which gave a lot of RMSE.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Changing missing values techniques did not help that much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Used different parameters such as lasso and ridge regression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Finally, the best results I got using this model was with ridge regression (where alpha =1.5)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823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40A16-1C1F-B2F7-CCB5-3D7B9017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13B9A9-5F08-D826-6228-477F54A21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Polynomial Regression</a:t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42CA9-7079-B7B1-16AB-C25B56D4A059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Tried this model multiple times with different parameters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It was really taking a lot of time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But it was always giving some memory error, tried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also considering categorical features, but it was showing an error.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160D2-B2DC-6671-69B6-BF9FD66D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176" y="4258080"/>
            <a:ext cx="5276850" cy="16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08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224DD-A163-D427-5423-1E63339D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0CFE7E-EFEA-3DB9-F337-094B59E92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KNN Regression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4945-54AC-3415-BC38-497D8CD93AC5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Initially It was giving a lot of RMSE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Tried different experiments which eventually improving my accuracy (changing in k neighbors and </a:t>
            </a:r>
            <a:r>
              <a:rPr lang="en-US" sz="19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 components)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Also tried it gave me good score with full data but after removing categorical columns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The best result that I got from this model was when I used k=15 and </a:t>
            </a:r>
            <a:r>
              <a:rPr lang="en-US" sz="19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=60.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>
                    <a:alpha val="80000"/>
                  </a:schemeClr>
                </a:solidFill>
              </a:rPr>
              <a:t>Increasing k, was eventually giving me good RMSE.</a:t>
            </a:r>
          </a:p>
        </p:txBody>
      </p:sp>
    </p:spTree>
    <p:extLst>
      <p:ext uri="{BB962C8B-B14F-4D97-AF65-F5344CB8AC3E}">
        <p14:creationId xmlns:p14="http://schemas.microsoft.com/office/powerpoint/2010/main" val="297080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54820-43AB-3AD6-0C9B-3102E3D3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B75953-AF69-2ABC-3B89-0EE13299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Regression Trees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DF09E-3746-8F9F-A7FB-B96D9FFB1846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 this model, I got good score right after 1-2 submissions.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Changing the parameters specifically (depth) was giving me good RMSE.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The best result that I got was with (max depth: 6), depth is gamechanger in this model.</a:t>
            </a:r>
          </a:p>
        </p:txBody>
      </p:sp>
    </p:spTree>
    <p:extLst>
      <p:ext uri="{BB962C8B-B14F-4D97-AF65-F5344CB8AC3E}">
        <p14:creationId xmlns:p14="http://schemas.microsoft.com/office/powerpoint/2010/main" val="3975926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DB16B-6F0F-AF94-B9EF-6315A784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3E15EB-F26F-C4AE-8A3D-612CB2E3E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 Forest Regressor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CE91B-4519-BDD7-1C94-D00855D26AA8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this model already gave good score in my 1</a:t>
            </a:r>
            <a:r>
              <a:rPr lang="en-US" sz="2400" baseline="30000" dirty="0">
                <a:solidFill>
                  <a:schemeClr val="tx1">
                    <a:alpha val="80000"/>
                  </a:schemeClr>
                </a:solidFill>
              </a:rPr>
              <a:t>st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submission.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Tried multiple experiments, reducing data size, using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components and changing its own parameters.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The best result that I got using this model was from these parameters  (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n_estimators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=100,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max_depth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=10,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min_samples_split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=20,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min_samples_leaf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=5,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random_state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=42)</a:t>
            </a:r>
          </a:p>
        </p:txBody>
      </p:sp>
    </p:spTree>
    <p:extLst>
      <p:ext uri="{BB962C8B-B14F-4D97-AF65-F5344CB8AC3E}">
        <p14:creationId xmlns:p14="http://schemas.microsoft.com/office/powerpoint/2010/main" val="3315907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EBC98-DA8B-252C-F59D-9695102A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7576C6-82E3-8FB6-923F-2B9B32E01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AdaBoost Regressor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886A0F-EAFC-E5A3-336E-E62A0EB50D0C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As from experience of getting good accuracy with using this model with decision tree in classification, I again  started it with regression tree as base model.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Tried multiple experiment, changing in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adaboost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own parameters and regression tree parameters.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Talking about parameters especially about learning rate and no. estimators, these two play major role, setting these is very, to get a good score.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2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Again, I would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adaboost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worked really well with regression, the best results that I got from these parameters (parameters: {'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n_estimators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': 100, '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learning_rate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': 0.3} and base model Regression Tree with parameters (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max_depth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=6,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min_samples_split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=15,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min_samples_leaf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=5)) </a:t>
            </a:r>
          </a:p>
        </p:txBody>
      </p:sp>
    </p:spTree>
    <p:extLst>
      <p:ext uri="{BB962C8B-B14F-4D97-AF65-F5344CB8AC3E}">
        <p14:creationId xmlns:p14="http://schemas.microsoft.com/office/powerpoint/2010/main" val="3980855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AF080-6645-1375-D204-AA5E924D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515773-F5B5-C42C-A480-42B700F7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88" y="1641752"/>
            <a:ext cx="2655887" cy="32132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Gradient Boosting Regressor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CD27A-CADD-D97E-7A84-6C263C54D54F}"/>
              </a:ext>
            </a:extLst>
          </p:cNvPr>
          <p:cNvSpPr txBox="1"/>
          <p:nvPr/>
        </p:nvSpPr>
        <p:spPr>
          <a:xfrm>
            <a:off x="6096000" y="1641752"/>
            <a:ext cx="4547507" cy="388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This model was really taking a lot of time, so I started it using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Using multiple experiments like changing its own parameters and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components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The best result that I got from this model was using these parameters ({'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n_estimators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200,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learning_rate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0.05,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max_depth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4})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 think working with different with various parameters, it will significantly give the better score.</a:t>
            </a:r>
          </a:p>
        </p:txBody>
      </p:sp>
    </p:spTree>
    <p:extLst>
      <p:ext uri="{BB962C8B-B14F-4D97-AF65-F5344CB8AC3E}">
        <p14:creationId xmlns:p14="http://schemas.microsoft.com/office/powerpoint/2010/main" val="495876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21772-3C2E-9426-AA63-F738117A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C9384D-3F50-1F3D-0075-8984636A2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XGBoost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Regressor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8E86B-6C51-E3BA-5063-89CEECB681D1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It really gave me good scores initially using these parameters (Parameters: {'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n_estimators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100,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learning_rate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0.1,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max_depth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3, 'subsample': 0.8,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colsample_bytree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0.8})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 tried a lot of experiments in this model, which were significantly improving my score.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Lowering learning rate and increasing the no of estimators was the key point.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The best result that I got using this model was with these Parameters: {'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n_estimators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1200,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learning_rate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0.003,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max_depth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13, 'subsample': 0.85, '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colsample_bytree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': 0.9}.</a:t>
            </a:r>
          </a:p>
        </p:txBody>
      </p:sp>
    </p:spTree>
    <p:extLst>
      <p:ext uri="{BB962C8B-B14F-4D97-AF65-F5344CB8AC3E}">
        <p14:creationId xmlns:p14="http://schemas.microsoft.com/office/powerpoint/2010/main" val="213859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58E8B-B9F2-C9E4-787B-8B088826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B15FF9-5DF0-75C3-3027-553CB300F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Stacking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39206-4D20-1939-68C1-6069C51C4D27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I tried this model multiple time, changing the parameters, reducing the features (using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), reducing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datasize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but it never run, just took a lot of time.</a:t>
            </a:r>
          </a:p>
        </p:txBody>
      </p:sp>
    </p:spTree>
    <p:extLst>
      <p:ext uri="{BB962C8B-B14F-4D97-AF65-F5344CB8AC3E}">
        <p14:creationId xmlns:p14="http://schemas.microsoft.com/office/powerpoint/2010/main" val="1766444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A8DAC-AF60-87FD-044B-8D4F6E88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D461BE-86FF-C72C-17C8-D655885EC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82290-CAF1-C0E7-EB05-8356D1BEAADD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 tired to run this model multiple times and took really a lot of time, was just able to make 1 submission using this model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 tried this initially with these parameters 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hidden_layer_sizes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,),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max_iter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Although I did not make submission more than 1 using this model, but at my end, I tried this and with multiple parameters.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As much as I tried, found it number of layers are important and also proper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regulairization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7880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D35F6-3CAF-9DEF-DC72-822BEB64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A5A4D5-E20E-90DD-2748-1CAE55D0B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reduction technique 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AE622-EC78-486C-6CB4-532259597D35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 tried forward/backward selection for once, it took a lot of time like 2 days, so I didn’t use this further. I have majorly used </a:t>
            </a:r>
            <a:r>
              <a:rPr lang="en-US" sz="2400" b="1">
                <a:solidFill>
                  <a:schemeClr val="tx1">
                    <a:alpha val="80000"/>
                  </a:schemeClr>
                </a:solidFill>
              </a:rPr>
              <a:t>PCA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 for feature reduction which really helped a lot especially in ensemble techniques where we have used multiple machine learning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1464072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E790C-4441-5A52-AC40-18CDDEF8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FBC227-7B85-9B81-F457-8F73ADEC3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T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BFFD1-E6CB-DE7D-66EA-FA707EC4AFCF}"/>
              </a:ext>
            </a:extLst>
          </p:cNvPr>
          <p:cNvSpPr txBox="1"/>
          <p:nvPr/>
        </p:nvSpPr>
        <p:spPr>
          <a:xfrm>
            <a:off x="6099175" y="1311088"/>
            <a:ext cx="5276850" cy="432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06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6118</TotalTime>
  <Words>836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Analysis on Kaggle submissions</vt:lpstr>
      <vt:lpstr>Linear Regression</vt:lpstr>
      <vt:lpstr>Polynomial Regression </vt:lpstr>
      <vt:lpstr>KNN Regression</vt:lpstr>
      <vt:lpstr>Regression Trees</vt:lpstr>
      <vt:lpstr>Random Forest Regressor</vt:lpstr>
      <vt:lpstr>AdaBoost Regressor</vt:lpstr>
      <vt:lpstr>Gradient Boosting Regressor</vt:lpstr>
      <vt:lpstr>XGBoost Regressor</vt:lpstr>
      <vt:lpstr>Stacking</vt:lpstr>
      <vt:lpstr>Neural Networks</vt:lpstr>
      <vt:lpstr>Feature reduction technique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athwani</dc:creator>
  <cp:lastModifiedBy>sahil athwani</cp:lastModifiedBy>
  <cp:revision>5</cp:revision>
  <dcterms:created xsi:type="dcterms:W3CDTF">2024-11-10T14:21:43Z</dcterms:created>
  <dcterms:modified xsi:type="dcterms:W3CDTF">2024-12-04T14:59:09Z</dcterms:modified>
</cp:coreProperties>
</file>